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63" r:id="rId1"/>
  </p:sldMasterIdLst>
  <p:sldIdLst>
    <p:sldId id="256" r:id="rId2"/>
    <p:sldId id="257" r:id="rId3"/>
    <p:sldId id="265" r:id="rId4"/>
    <p:sldId id="258" r:id="rId5"/>
    <p:sldId id="259" r:id="rId6"/>
    <p:sldId id="260" r:id="rId7"/>
    <p:sldId id="261" r:id="rId8"/>
    <p:sldId id="262" r:id="rId9"/>
    <p:sldId id="263" r:id="rId10"/>
    <p:sldId id="264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de-DE"/>
              <a:t>Master-Untertitelformat bearbeiten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A38F49-B3E2-4BF0-BEC7-C30D34ABBB8D}" type="datetime1">
              <a:rPr lang="en-US" smtClean="0"/>
              <a:t>4/16/2025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2786474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A38F49-B3E2-4BF0-BEC7-C30D34ABBB8D}" type="datetime1">
              <a:rPr lang="en-US" smtClean="0"/>
              <a:t>4/16/2025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963523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A38F49-B3E2-4BF0-BEC7-C30D34ABBB8D}" type="datetime1">
              <a:rPr lang="en-US" smtClean="0"/>
              <a:t>4/16/2025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8265067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A38F49-B3E2-4BF0-BEC7-C30D34ABBB8D}" type="datetime1">
              <a:rPr lang="en-US" smtClean="0"/>
              <a:t>4/16/2025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1777417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A38F49-B3E2-4BF0-BEC7-C30D34ABBB8D}" type="datetime1">
              <a:rPr lang="en-US" smtClean="0"/>
              <a:t>4/16/2025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6117830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A38F49-B3E2-4BF0-BEC7-C30D34ABBB8D}" type="datetime1">
              <a:rPr lang="en-US" smtClean="0"/>
              <a:t>4/16/2025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6658811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A38F49-B3E2-4BF0-BEC7-C30D34ABBB8D}" type="datetime1">
              <a:rPr lang="en-US" smtClean="0"/>
              <a:t>4/16/2025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7576436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A38F49-B3E2-4BF0-BEC7-C30D34ABBB8D}" type="datetime1">
              <a:rPr lang="en-US" smtClean="0"/>
              <a:t>4/16/2025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2698763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de-DE"/>
              <a:t>Bild durch Klicken auf Symbol hinzufügen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A38F49-B3E2-4BF0-BEC7-C30D34ABBB8D}" type="datetime1">
              <a:rPr lang="en-US" smtClean="0"/>
              <a:t>4/16/2025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4623079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el und Beschrift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A38F49-B3E2-4BF0-BEC7-C30D34ABBB8D}" type="datetime1">
              <a:rPr lang="en-US" smtClean="0"/>
              <a:t>4/16/2025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4331995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Zitat mit Beschrift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A38F49-B3E2-4BF0-BEC7-C30D34ABBB8D}" type="datetime1">
              <a:rPr lang="en-US" smtClean="0"/>
              <a:t>4/16/2025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‹Nr.›</a:t>
            </a:fld>
            <a:endParaRPr lang="en-US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682130296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nskar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A38F49-B3E2-4BF0-BEC7-C30D34ABBB8D}" type="datetime1">
              <a:rPr lang="en-US" smtClean="0"/>
              <a:t>4/16/2025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5468852"/>
      </p:ext>
    </p:extLst>
  </p:cSld>
  <p:clrMapOvr>
    <a:masterClrMapping/>
  </p:clrMapOvr>
  <p:hf sldNum="0"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nskarte für Zita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A38F49-B3E2-4BF0-BEC7-C30D34ABBB8D}" type="datetime1">
              <a:rPr lang="en-US" smtClean="0"/>
              <a:t>4/16/2025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‹Nr.›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992005941"/>
      </p:ext>
    </p:extLst>
  </p:cSld>
  <p:clrMapOvr>
    <a:masterClrMapping/>
  </p:clrMapOvr>
  <p:hf sldNum="0"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Wahr oder Fals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A38F49-B3E2-4BF0-BEC7-C30D34ABBB8D}" type="datetime1">
              <a:rPr lang="en-US" smtClean="0"/>
              <a:t>4/16/2025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3697290"/>
      </p:ext>
    </p:extLst>
  </p:cSld>
  <p:clrMapOvr>
    <a:masterClrMapping/>
  </p:clrMapOvr>
  <p:hf sldNum="0"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A38F49-B3E2-4BF0-BEC7-C30D34ABBB8D}" type="datetime1">
              <a:rPr lang="en-US" smtClean="0"/>
              <a:t>4/16/2025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7337749"/>
      </p:ext>
    </p:extLst>
  </p:cSld>
  <p:clrMapOvr>
    <a:masterClrMapping/>
  </p:clrMapOvr>
  <p:hf sldNum="0"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A38F49-B3E2-4BF0-BEC7-C30D34ABBB8D}" type="datetime1">
              <a:rPr lang="en-US" smtClean="0"/>
              <a:t>4/16/2025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6084977"/>
      </p:ext>
    </p:extLst>
  </p:cSld>
  <p:clrMapOvr>
    <a:masterClrMapping/>
  </p:clrMapOvr>
  <p:hf sldNum="0"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DA38F49-B3E2-4BF0-BEC7-C30D34ABBB8D}" type="datetime1">
              <a:rPr lang="en-US" smtClean="0"/>
              <a:t>4/16/2025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70C12960-6E85-460F-B6E3-5B82CB31AF3D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3942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64" r:id="rId1"/>
    <p:sldLayoutId id="2147483765" r:id="rId2"/>
    <p:sldLayoutId id="2147483766" r:id="rId3"/>
    <p:sldLayoutId id="2147483767" r:id="rId4"/>
    <p:sldLayoutId id="2147483768" r:id="rId5"/>
    <p:sldLayoutId id="2147483769" r:id="rId6"/>
    <p:sldLayoutId id="2147483770" r:id="rId7"/>
    <p:sldLayoutId id="2147483771" r:id="rId8"/>
    <p:sldLayoutId id="2147483772" r:id="rId9"/>
    <p:sldLayoutId id="2147483773" r:id="rId10"/>
    <p:sldLayoutId id="2147483774" r:id="rId11"/>
    <p:sldLayoutId id="2147483775" r:id="rId12"/>
    <p:sldLayoutId id="2147483776" r:id="rId13"/>
    <p:sldLayoutId id="2147483777" r:id="rId14"/>
    <p:sldLayoutId id="2147483778" r:id="rId15"/>
    <p:sldLayoutId id="2147483779" r:id="rId16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17FD03DF-1B84-9B20-A8A4-DA77D75FC2D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7439" b="16311"/>
          <a:stretch/>
        </p:blipFill>
        <p:spPr>
          <a:xfrm>
            <a:off x="1" y="1"/>
            <a:ext cx="12191999" cy="6857999"/>
          </a:xfrm>
          <a:prstGeom prst="rect">
            <a:avLst/>
          </a:prstGeom>
        </p:spPr>
      </p:pic>
      <p:sp>
        <p:nvSpPr>
          <p:cNvPr id="2" name="Titel 1">
            <a:extLst>
              <a:ext uri="{FF2B5EF4-FFF2-40B4-BE49-F238E27FC236}">
                <a16:creationId xmlns:a16="http://schemas.microsoft.com/office/drawing/2014/main" id="{1F03153D-4D75-6917-38B7-5A8DEE4FDAD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57195" y="701964"/>
            <a:ext cx="5370950" cy="3640303"/>
          </a:xfrm>
        </p:spPr>
        <p:txBody>
          <a:bodyPr anchor="t">
            <a:normAutofit/>
          </a:bodyPr>
          <a:lstStyle/>
          <a:p>
            <a:r>
              <a:rPr lang="de-DE" sz="6000">
                <a:solidFill>
                  <a:srgbClr val="FFFFFF"/>
                </a:solidFill>
              </a:rPr>
              <a:t>1.Sprint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5EE7458A-F2E4-5886-3937-C0EF0CFB867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68090" y="5253050"/>
            <a:ext cx="3888419" cy="969264"/>
          </a:xfrm>
        </p:spPr>
        <p:txBody>
          <a:bodyPr anchor="t">
            <a:normAutofit/>
          </a:bodyPr>
          <a:lstStyle/>
          <a:p>
            <a:endParaRPr lang="de-DE" sz="200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1521591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3C4F38F-40AD-04CB-CA73-A988F764CC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247A0139-7C43-B4A9-F0AF-5A04699E4D0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7439" b="16311"/>
          <a:stretch/>
        </p:blipFill>
        <p:spPr>
          <a:xfrm>
            <a:off x="1" y="1"/>
            <a:ext cx="12191999" cy="6857999"/>
          </a:xfrm>
          <a:prstGeom prst="rect">
            <a:avLst/>
          </a:prstGeom>
        </p:spPr>
      </p:pic>
      <p:sp>
        <p:nvSpPr>
          <p:cNvPr id="2" name="Titel 1">
            <a:extLst>
              <a:ext uri="{FF2B5EF4-FFF2-40B4-BE49-F238E27FC236}">
                <a16:creationId xmlns:a16="http://schemas.microsoft.com/office/drawing/2014/main" id="{BF50C6B3-E0ED-18DF-DD45-ADAD07FD5F3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57195" y="701964"/>
            <a:ext cx="5370950" cy="3640303"/>
          </a:xfrm>
        </p:spPr>
        <p:txBody>
          <a:bodyPr anchor="t">
            <a:normAutofit/>
          </a:bodyPr>
          <a:lstStyle/>
          <a:p>
            <a:pPr>
              <a:lnSpc>
                <a:spcPct val="90000"/>
              </a:lnSpc>
            </a:pPr>
            <a:r>
              <a:rPr lang="de-DE" sz="5600">
                <a:solidFill>
                  <a:srgbClr val="FFFFFF"/>
                </a:solidFill>
              </a:rPr>
              <a:t>🐾 </a:t>
            </a:r>
            <a:r>
              <a:rPr lang="de-DE" sz="5600" b="1">
                <a:solidFill>
                  <a:srgbClr val="FFFFFF"/>
                </a:solidFill>
              </a:rPr>
              <a:t>Product Backlog: PetCareConnect</a:t>
            </a:r>
            <a:endParaRPr lang="de-DE" sz="5600">
              <a:solidFill>
                <a:srgbClr val="FFFFFF"/>
              </a:solidFill>
            </a:endParaRP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50A68C9F-7B2E-EC31-7CE1-B8FE7F613BD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68090" y="5253050"/>
            <a:ext cx="3888419" cy="969264"/>
          </a:xfrm>
        </p:spPr>
        <p:txBody>
          <a:bodyPr anchor="t">
            <a:normAutofit/>
          </a:bodyPr>
          <a:lstStyle/>
          <a:p>
            <a:endParaRPr lang="de-DE" sz="200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8094005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2738C5-ED9F-BC16-FA0E-76CDD6FE59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D54252ED-59F7-453C-491B-50E0CDE21DB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7439" b="16311"/>
          <a:stretch/>
        </p:blipFill>
        <p:spPr>
          <a:xfrm>
            <a:off x="1" y="1"/>
            <a:ext cx="12191999" cy="6857999"/>
          </a:xfrm>
          <a:prstGeom prst="rect">
            <a:avLst/>
          </a:prstGeom>
        </p:spPr>
      </p:pic>
      <p:sp>
        <p:nvSpPr>
          <p:cNvPr id="2" name="Titel 1">
            <a:extLst>
              <a:ext uri="{FF2B5EF4-FFF2-40B4-BE49-F238E27FC236}">
                <a16:creationId xmlns:a16="http://schemas.microsoft.com/office/drawing/2014/main" id="{4591E847-39F1-AC2F-043C-719CA53407E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57195" y="701964"/>
            <a:ext cx="5370950" cy="3640303"/>
          </a:xfrm>
        </p:spPr>
        <p:txBody>
          <a:bodyPr anchor="t">
            <a:normAutofit/>
          </a:bodyPr>
          <a:lstStyle/>
          <a:p>
            <a:pPr>
              <a:lnSpc>
                <a:spcPct val="90000"/>
              </a:lnSpc>
            </a:pPr>
            <a:endParaRPr lang="de-DE" sz="5600" dirty="0">
              <a:solidFill>
                <a:srgbClr val="FFFFFF"/>
              </a:solidFill>
            </a:endParaRP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7320377F-47DE-12B3-9466-7F303EBA2B4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68090" y="5253050"/>
            <a:ext cx="3888419" cy="969264"/>
          </a:xfrm>
        </p:spPr>
        <p:txBody>
          <a:bodyPr anchor="t">
            <a:normAutofit/>
          </a:bodyPr>
          <a:lstStyle/>
          <a:p>
            <a:endParaRPr lang="de-DE" sz="2000">
              <a:solidFill>
                <a:srgbClr val="FFFFFF"/>
              </a:solidFill>
            </a:endParaRPr>
          </a:p>
        </p:txBody>
      </p:sp>
      <p:graphicFrame>
        <p:nvGraphicFramePr>
          <p:cNvPr id="6" name="Tabelle 5">
            <a:extLst>
              <a:ext uri="{FF2B5EF4-FFF2-40B4-BE49-F238E27FC236}">
                <a16:creationId xmlns:a16="http://schemas.microsoft.com/office/drawing/2014/main" id="{1CBF2E46-6DD7-297B-0256-C634269DF1C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5181631"/>
              </p:ext>
            </p:extLst>
          </p:nvPr>
        </p:nvGraphicFramePr>
        <p:xfrm>
          <a:off x="0" y="0"/>
          <a:ext cx="12280491" cy="684227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93497">
                  <a:extLst>
                    <a:ext uri="{9D8B030D-6E8A-4147-A177-3AD203B41FA5}">
                      <a16:colId xmlns:a16="http://schemas.microsoft.com/office/drawing/2014/main" val="1756172769"/>
                    </a:ext>
                  </a:extLst>
                </a:gridCol>
                <a:gridCol w="4093497">
                  <a:extLst>
                    <a:ext uri="{9D8B030D-6E8A-4147-A177-3AD203B41FA5}">
                      <a16:colId xmlns:a16="http://schemas.microsoft.com/office/drawing/2014/main" val="674219917"/>
                    </a:ext>
                  </a:extLst>
                </a:gridCol>
                <a:gridCol w="4093497">
                  <a:extLst>
                    <a:ext uri="{9D8B030D-6E8A-4147-A177-3AD203B41FA5}">
                      <a16:colId xmlns:a16="http://schemas.microsoft.com/office/drawing/2014/main" val="1110135968"/>
                    </a:ext>
                  </a:extLst>
                </a:gridCol>
              </a:tblGrid>
              <a:tr h="1683775">
                <a:tc>
                  <a:txBody>
                    <a:bodyPr/>
                    <a:lstStyle/>
                    <a:p>
                      <a:endParaRPr lang="de-DE" dirty="0"/>
                    </a:p>
                    <a:p>
                      <a:endParaRPr lang="de-DE" dirty="0"/>
                    </a:p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dirty="0"/>
                        <a:t>              Produkt Backlog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DE" dirty="0"/>
                    </a:p>
                    <a:p>
                      <a:endParaRPr lang="de-DE" dirty="0"/>
                    </a:p>
                    <a:p>
                      <a:r>
                        <a:rPr lang="de-DE" dirty="0"/>
                        <a:t>                     Schätzung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DE" dirty="0"/>
                    </a:p>
                    <a:p>
                      <a:endParaRPr lang="de-DE" dirty="0"/>
                    </a:p>
                    <a:p>
                      <a:r>
                        <a:rPr lang="de-DE" dirty="0"/>
                        <a:t>                       Priorität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91617103"/>
                  </a:ext>
                </a:extLst>
              </a:tr>
              <a:tr h="1683775">
                <a:tc>
                  <a:txBody>
                    <a:bodyPr/>
                    <a:lstStyle/>
                    <a:p>
                      <a:r>
                        <a:rPr lang="de-DE" dirty="0"/>
                        <a:t>-Prototyp erstellen</a:t>
                      </a:r>
                    </a:p>
                    <a:p>
                      <a:endParaRPr lang="de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5-6h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Hoch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94269694"/>
                  </a:ext>
                </a:extLst>
              </a:tr>
              <a:tr h="1683775">
                <a:tc>
                  <a:txBody>
                    <a:bodyPr/>
                    <a:lstStyle/>
                    <a:p>
                      <a:r>
                        <a:rPr lang="de-DE" dirty="0"/>
                        <a:t>Front-End </a:t>
                      </a:r>
                      <a:r>
                        <a:rPr lang="de-DE" dirty="0">
                          <a:sym typeface="Wingdings" panose="05000000000000000000" pitchFamily="2" charset="2"/>
                        </a:rPr>
                        <a:t> </a:t>
                      </a:r>
                      <a:r>
                        <a:rPr lang="de-DE" dirty="0" err="1">
                          <a:sym typeface="Wingdings" panose="05000000000000000000" pitchFamily="2" charset="2"/>
                        </a:rPr>
                        <a:t>Html</a:t>
                      </a:r>
                      <a:r>
                        <a:rPr lang="de-DE" dirty="0">
                          <a:sym typeface="Wingdings" panose="05000000000000000000" pitchFamily="2" charset="2"/>
                        </a:rPr>
                        <a:t>, </a:t>
                      </a:r>
                      <a:r>
                        <a:rPr lang="de-DE" dirty="0" err="1">
                          <a:sym typeface="Wingdings" panose="05000000000000000000" pitchFamily="2" charset="2"/>
                        </a:rPr>
                        <a:t>Css</a:t>
                      </a:r>
                      <a:r>
                        <a:rPr lang="de-DE" dirty="0">
                          <a:sym typeface="Wingdings" panose="05000000000000000000" pitchFamily="2" charset="2"/>
                        </a:rPr>
                        <a:t> und </a:t>
                      </a:r>
                      <a:r>
                        <a:rPr lang="de-DE" dirty="0" err="1">
                          <a:sym typeface="Wingdings" panose="05000000000000000000" pitchFamily="2" charset="2"/>
                        </a:rPr>
                        <a:t>Javascript</a:t>
                      </a:r>
                      <a:endParaRPr lang="de-DE" dirty="0">
                        <a:sym typeface="Wingdings" panose="05000000000000000000" pitchFamily="2" charset="2"/>
                      </a:endParaRPr>
                    </a:p>
                    <a:p>
                      <a:r>
                        <a:rPr lang="de-DE" dirty="0">
                          <a:sym typeface="Wingdings" panose="05000000000000000000" pitchFamily="2" charset="2"/>
                        </a:rPr>
                        <a:t></a:t>
                      </a:r>
                      <a:r>
                        <a:rPr lang="de-DE" dirty="0"/>
                        <a:t>Registrierung</a:t>
                      </a:r>
                      <a:r>
                        <a:rPr lang="de-DE" dirty="0">
                          <a:sym typeface="Wingdings" panose="05000000000000000000" pitchFamily="2" charset="2"/>
                        </a:rPr>
                        <a:t>/Login-Seite</a:t>
                      </a:r>
                    </a:p>
                    <a:p>
                      <a:r>
                        <a:rPr lang="de-DE" dirty="0">
                          <a:sym typeface="Wingdings" panose="05000000000000000000" pitchFamily="2" charset="2"/>
                        </a:rPr>
                        <a:t>Homepage</a:t>
                      </a:r>
                    </a:p>
                    <a:p>
                      <a:r>
                        <a:rPr lang="de-DE" dirty="0">
                          <a:sym typeface="Wingdings" panose="05000000000000000000" pitchFamily="2" charset="2"/>
                        </a:rPr>
                        <a:t>Profilseite </a:t>
                      </a:r>
                    </a:p>
                    <a:p>
                      <a:r>
                        <a:rPr lang="de-DE" dirty="0">
                          <a:sym typeface="Wingdings" panose="05000000000000000000" pitchFamily="2" charset="2"/>
                        </a:rPr>
                        <a:t>Chat </a:t>
                      </a:r>
                    </a:p>
                    <a:p>
                      <a:r>
                        <a:rPr lang="de-DE" dirty="0">
                          <a:sym typeface="Wingdings" panose="05000000000000000000" pitchFamily="2" charset="2"/>
                        </a:rPr>
                        <a:t></a:t>
                      </a:r>
                      <a:r>
                        <a:rPr lang="de-DE" dirty="0"/>
                        <a:t>Kalender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20h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Hoch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3415375"/>
                  </a:ext>
                </a:extLst>
              </a:tr>
              <a:tr h="1683775">
                <a:tc>
                  <a:txBody>
                    <a:bodyPr/>
                    <a:lstStyle/>
                    <a:p>
                      <a:r>
                        <a:rPr lang="de-DE" dirty="0"/>
                        <a:t>Back-End:</a:t>
                      </a:r>
                    </a:p>
                    <a:p>
                      <a:r>
                        <a:rPr lang="de-DE" dirty="0">
                          <a:sym typeface="Wingdings" panose="05000000000000000000" pitchFamily="2" charset="2"/>
                        </a:rPr>
                        <a:t>UML-Diagramm erstellen </a:t>
                      </a:r>
                    </a:p>
                    <a:p>
                      <a:r>
                        <a:rPr lang="de-DE" dirty="0">
                          <a:sym typeface="Wingdings" panose="05000000000000000000" pitchFamily="2" charset="2"/>
                        </a:rPr>
                        <a:t>Entitys erstellen </a:t>
                      </a:r>
                    </a:p>
                    <a:p>
                      <a:pPr marL="285750" indent="-285750">
                        <a:buFont typeface="Wingdings" panose="05000000000000000000" pitchFamily="2" charset="2"/>
                        <a:buChar char="à"/>
                      </a:pPr>
                      <a:r>
                        <a:rPr lang="de-DE" dirty="0" err="1">
                          <a:sym typeface="Wingdings" panose="05000000000000000000" pitchFamily="2" charset="2"/>
                        </a:rPr>
                        <a:t>Sprig</a:t>
                      </a:r>
                      <a:r>
                        <a:rPr lang="de-DE" dirty="0">
                          <a:sym typeface="Wingdings" panose="05000000000000000000" pitchFamily="2" charset="2"/>
                        </a:rPr>
                        <a:t> </a:t>
                      </a:r>
                      <a:r>
                        <a:rPr lang="de-DE" dirty="0" err="1">
                          <a:sym typeface="Wingdings" panose="05000000000000000000" pitchFamily="2" charset="2"/>
                        </a:rPr>
                        <a:t>boot</a:t>
                      </a:r>
                      <a:r>
                        <a:rPr lang="de-DE" dirty="0">
                          <a:sym typeface="Wingdings" panose="05000000000000000000" pitchFamily="2" charset="2"/>
                        </a:rPr>
                        <a:t> einrichten : Controller,</a:t>
                      </a:r>
                    </a:p>
                    <a:p>
                      <a:pPr marL="0" indent="0">
                        <a:buFont typeface="Wingdings" panose="05000000000000000000" pitchFamily="2" charset="2"/>
                        <a:buNone/>
                      </a:pPr>
                      <a:r>
                        <a:rPr lang="de-DE" dirty="0">
                          <a:sym typeface="Wingdings" panose="05000000000000000000" pitchFamily="2" charset="2"/>
                        </a:rPr>
                        <a:t>        Services und Repos   </a:t>
                      </a:r>
                    </a:p>
                    <a:p>
                      <a:pPr marL="285750" indent="-285750">
                        <a:buFont typeface="Wingdings" panose="05000000000000000000" pitchFamily="2" charset="2"/>
                        <a:buChar char="à"/>
                      </a:pPr>
                      <a:r>
                        <a:rPr lang="de-DE" dirty="0">
                          <a:sym typeface="Wingdings" panose="05000000000000000000" pitchFamily="2" charset="2"/>
                        </a:rPr>
                        <a:t>DB erstellen (</a:t>
                      </a:r>
                      <a:r>
                        <a:rPr lang="de-DE" dirty="0"/>
                        <a:t>PostgreSQL</a:t>
                      </a:r>
                      <a:r>
                        <a:rPr lang="de-DE" dirty="0">
                          <a:sym typeface="Wingdings" panose="05000000000000000000" pitchFamily="2" charset="2"/>
                        </a:rPr>
                        <a:t>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--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--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5394073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596210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491FFA5-5D1A-4A1F-A59C-8F03AE104A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Ein Bild, das Kunst, Origami enthält.&#10;&#10;KI-generierte Inhalte können fehlerhaft sein.">
            <a:extLst>
              <a:ext uri="{FF2B5EF4-FFF2-40B4-BE49-F238E27FC236}">
                <a16:creationId xmlns:a16="http://schemas.microsoft.com/office/drawing/2014/main" id="{29323B00-4E93-8F0D-E460-949CA694D58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2395" b="21355"/>
          <a:stretch/>
        </p:blipFill>
        <p:spPr>
          <a:xfrm>
            <a:off x="1" y="-8568"/>
            <a:ext cx="12191999" cy="6857999"/>
          </a:xfrm>
          <a:prstGeom prst="rect">
            <a:avLst/>
          </a:prstGeom>
        </p:spPr>
      </p:pic>
      <p:sp>
        <p:nvSpPr>
          <p:cNvPr id="2" name="Titel 1">
            <a:extLst>
              <a:ext uri="{FF2B5EF4-FFF2-40B4-BE49-F238E27FC236}">
                <a16:creationId xmlns:a16="http://schemas.microsoft.com/office/drawing/2014/main" id="{9A24AF06-DD9E-EDB9-A9CE-4DA84B57B42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-1014441" y="923226"/>
            <a:ext cx="5370950" cy="3640303"/>
          </a:xfrm>
        </p:spPr>
        <p:txBody>
          <a:bodyPr anchor="t">
            <a:normAutofit/>
          </a:bodyPr>
          <a:lstStyle/>
          <a:p>
            <a:r>
              <a:rPr lang="de-DE" sz="6000" dirty="0">
                <a:solidFill>
                  <a:srgbClr val="FFFFFF"/>
                </a:solidFill>
              </a:rPr>
              <a:t>UI-Prototyp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D6A5BFFD-7A6A-9281-4211-839FB0AC4FE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68090" y="5253050"/>
            <a:ext cx="3888419" cy="969264"/>
          </a:xfrm>
        </p:spPr>
        <p:txBody>
          <a:bodyPr anchor="t">
            <a:normAutofit/>
          </a:bodyPr>
          <a:lstStyle/>
          <a:p>
            <a:endParaRPr lang="de-DE" sz="2000">
              <a:solidFill>
                <a:srgbClr val="FFFFFF"/>
              </a:solidFill>
            </a:endParaRPr>
          </a:p>
        </p:txBody>
      </p:sp>
      <p:pic>
        <p:nvPicPr>
          <p:cNvPr id="8" name="Grafik 7" descr="Ein Bild, das Text, Screenshot, Webseite, Website enthält.&#10;&#10;KI-generierte Inhalte können fehlerhaft sein.">
            <a:extLst>
              <a:ext uri="{FF2B5EF4-FFF2-40B4-BE49-F238E27FC236}">
                <a16:creationId xmlns:a16="http://schemas.microsoft.com/office/drawing/2014/main" id="{D0C021AC-BD0F-A416-A51A-29242FDE9BF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71253" y="8569"/>
            <a:ext cx="6420746" cy="6849431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142979838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0BEA5F-9715-B83B-1DE5-66709A1149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Ein Bild, das Kunst, Origami enthält.&#10;&#10;KI-generierte Inhalte können fehlerhaft sein.">
            <a:extLst>
              <a:ext uri="{FF2B5EF4-FFF2-40B4-BE49-F238E27FC236}">
                <a16:creationId xmlns:a16="http://schemas.microsoft.com/office/drawing/2014/main" id="{5BD446D1-5F58-BA07-F189-FA1B310D19F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2395" b="21355"/>
          <a:stretch/>
        </p:blipFill>
        <p:spPr>
          <a:xfrm>
            <a:off x="1" y="1"/>
            <a:ext cx="12191999" cy="6857999"/>
          </a:xfrm>
          <a:prstGeom prst="rect">
            <a:avLst/>
          </a:prstGeom>
        </p:spPr>
      </p:pic>
      <p:sp>
        <p:nvSpPr>
          <p:cNvPr id="2" name="Titel 1">
            <a:extLst>
              <a:ext uri="{FF2B5EF4-FFF2-40B4-BE49-F238E27FC236}">
                <a16:creationId xmlns:a16="http://schemas.microsoft.com/office/drawing/2014/main" id="{AF030C96-4BC8-DE9B-AF4A-46885B766B2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-879992" y="592946"/>
            <a:ext cx="5370950" cy="3640303"/>
          </a:xfrm>
        </p:spPr>
        <p:txBody>
          <a:bodyPr anchor="t">
            <a:normAutofit/>
          </a:bodyPr>
          <a:lstStyle/>
          <a:p>
            <a:r>
              <a:rPr lang="de-DE" sz="6000" dirty="0">
                <a:solidFill>
                  <a:srgbClr val="FFFFFF"/>
                </a:solidFill>
              </a:rPr>
              <a:t>UI-Prototyp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A3B7385E-12AE-8957-5751-96597078166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68090" y="5253050"/>
            <a:ext cx="3888419" cy="969264"/>
          </a:xfrm>
        </p:spPr>
        <p:txBody>
          <a:bodyPr anchor="t">
            <a:normAutofit/>
          </a:bodyPr>
          <a:lstStyle/>
          <a:p>
            <a:endParaRPr lang="de-DE" sz="2000" dirty="0">
              <a:solidFill>
                <a:srgbClr val="FFFFFF"/>
              </a:solidFill>
            </a:endParaRPr>
          </a:p>
        </p:txBody>
      </p:sp>
      <p:pic>
        <p:nvPicPr>
          <p:cNvPr id="6" name="Grafik 5" descr="Ein Bild, das Text, Screenshot, Webseite, Website enthält.&#10;&#10;KI-generierte Inhalte können fehlerhaft sein.">
            <a:extLst>
              <a:ext uri="{FF2B5EF4-FFF2-40B4-BE49-F238E27FC236}">
                <a16:creationId xmlns:a16="http://schemas.microsoft.com/office/drawing/2014/main" id="{5921F863-E86B-8913-B212-C39C1DF45D3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94209" y="-1"/>
            <a:ext cx="6697789" cy="6858000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20878985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8D271B-F4E4-7959-5C53-6E52A9C37E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Ein Bild, das Kunst, Origami enthält.&#10;&#10;KI-generierte Inhalte können fehlerhaft sein.">
            <a:extLst>
              <a:ext uri="{FF2B5EF4-FFF2-40B4-BE49-F238E27FC236}">
                <a16:creationId xmlns:a16="http://schemas.microsoft.com/office/drawing/2014/main" id="{D7608639-AD09-7EAF-8C1C-65C394B1EE5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2395" b="21355"/>
          <a:stretch/>
        </p:blipFill>
        <p:spPr>
          <a:xfrm>
            <a:off x="1" y="1"/>
            <a:ext cx="12191999" cy="6857999"/>
          </a:xfrm>
          <a:prstGeom prst="rect">
            <a:avLst/>
          </a:prstGeom>
        </p:spPr>
      </p:pic>
      <p:sp>
        <p:nvSpPr>
          <p:cNvPr id="2" name="Titel 1">
            <a:extLst>
              <a:ext uri="{FF2B5EF4-FFF2-40B4-BE49-F238E27FC236}">
                <a16:creationId xmlns:a16="http://schemas.microsoft.com/office/drawing/2014/main" id="{41126609-F429-CC24-B5DD-ABDC3F8E6AA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-1014441" y="635686"/>
            <a:ext cx="5370950" cy="3640303"/>
          </a:xfrm>
        </p:spPr>
        <p:txBody>
          <a:bodyPr anchor="t">
            <a:normAutofit/>
          </a:bodyPr>
          <a:lstStyle/>
          <a:p>
            <a:r>
              <a:rPr lang="de-DE" sz="6000" dirty="0">
                <a:solidFill>
                  <a:srgbClr val="FFFFFF"/>
                </a:solidFill>
              </a:rPr>
              <a:t>UI-Prototyp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979805E0-6C72-71F6-BDD1-5EF69AB3F98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68090" y="5253050"/>
            <a:ext cx="3888419" cy="969264"/>
          </a:xfrm>
        </p:spPr>
        <p:txBody>
          <a:bodyPr anchor="t">
            <a:normAutofit/>
          </a:bodyPr>
          <a:lstStyle/>
          <a:p>
            <a:endParaRPr lang="de-DE" sz="2000" dirty="0">
              <a:solidFill>
                <a:srgbClr val="FFFFFF"/>
              </a:solidFill>
            </a:endParaRPr>
          </a:p>
        </p:txBody>
      </p:sp>
      <p:pic>
        <p:nvPicPr>
          <p:cNvPr id="7" name="Grafik 6" descr="Ein Bild, das Text, Screenshot, Design enthält.&#10;&#10;KI-generierte Inhalte können fehlerhaft sein.">
            <a:extLst>
              <a:ext uri="{FF2B5EF4-FFF2-40B4-BE49-F238E27FC236}">
                <a16:creationId xmlns:a16="http://schemas.microsoft.com/office/drawing/2014/main" id="{813B368B-70F3-AC7E-B14E-AB593392A57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48625" y="0"/>
            <a:ext cx="624693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75580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375BC7-774A-B1F4-EC37-3CAC6117D6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Ein Bild, das Kunst, Origami enthält.&#10;&#10;KI-generierte Inhalte können fehlerhaft sein.">
            <a:extLst>
              <a:ext uri="{FF2B5EF4-FFF2-40B4-BE49-F238E27FC236}">
                <a16:creationId xmlns:a16="http://schemas.microsoft.com/office/drawing/2014/main" id="{44D4531A-F590-AE07-04D7-1965A1946FA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2395" b="21355"/>
          <a:stretch/>
        </p:blipFill>
        <p:spPr>
          <a:xfrm>
            <a:off x="0" y="1"/>
            <a:ext cx="12191999" cy="6857999"/>
          </a:xfrm>
          <a:prstGeom prst="rect">
            <a:avLst/>
          </a:prstGeom>
        </p:spPr>
      </p:pic>
      <p:sp>
        <p:nvSpPr>
          <p:cNvPr id="2" name="Titel 1">
            <a:extLst>
              <a:ext uri="{FF2B5EF4-FFF2-40B4-BE49-F238E27FC236}">
                <a16:creationId xmlns:a16="http://schemas.microsoft.com/office/drawing/2014/main" id="{455587B2-6E9A-2511-863A-32DC81E5014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-879992" y="783299"/>
            <a:ext cx="5370950" cy="3640303"/>
          </a:xfrm>
        </p:spPr>
        <p:txBody>
          <a:bodyPr anchor="t">
            <a:normAutofit/>
          </a:bodyPr>
          <a:lstStyle/>
          <a:p>
            <a:r>
              <a:rPr lang="de-DE" sz="6000" dirty="0">
                <a:solidFill>
                  <a:srgbClr val="FFFFFF"/>
                </a:solidFill>
              </a:rPr>
              <a:t>UI-Prototyp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373E3F2D-04F1-A317-5297-735EFFC0950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68090" y="5253050"/>
            <a:ext cx="3888419" cy="969264"/>
          </a:xfrm>
        </p:spPr>
        <p:txBody>
          <a:bodyPr anchor="t">
            <a:normAutofit/>
          </a:bodyPr>
          <a:lstStyle/>
          <a:p>
            <a:endParaRPr lang="de-DE" sz="2000" dirty="0">
              <a:solidFill>
                <a:srgbClr val="FFFFFF"/>
              </a:solidFill>
            </a:endParaRPr>
          </a:p>
        </p:txBody>
      </p:sp>
      <p:pic>
        <p:nvPicPr>
          <p:cNvPr id="6" name="Grafik 5" descr="Ein Bild, das Text, Screenshot, Menschliches Gesicht, Website enthält.&#10;&#10;KI-generierte Inhalte können fehlerhaft sein.">
            <a:extLst>
              <a:ext uri="{FF2B5EF4-FFF2-40B4-BE49-F238E27FC236}">
                <a16:creationId xmlns:a16="http://schemas.microsoft.com/office/drawing/2014/main" id="{CC550289-643B-249C-ECD5-75478B9C617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59903" y="0"/>
            <a:ext cx="5632096" cy="6858000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344251177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90AAEC-5A4C-3B66-BFC9-AA3055B96C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Ein Bild, das Kunst, Origami enthält.&#10;&#10;KI-generierte Inhalte können fehlerhaft sein.">
            <a:extLst>
              <a:ext uri="{FF2B5EF4-FFF2-40B4-BE49-F238E27FC236}">
                <a16:creationId xmlns:a16="http://schemas.microsoft.com/office/drawing/2014/main" id="{B4809B0E-9D6D-C85C-82A0-ADC06ABC5D4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2395" b="21355"/>
          <a:stretch/>
        </p:blipFill>
        <p:spPr>
          <a:xfrm>
            <a:off x="1" y="1"/>
            <a:ext cx="12191999" cy="6857999"/>
          </a:xfrm>
          <a:prstGeom prst="rect">
            <a:avLst/>
          </a:prstGeom>
        </p:spPr>
      </p:pic>
      <p:sp>
        <p:nvSpPr>
          <p:cNvPr id="2" name="Titel 1">
            <a:extLst>
              <a:ext uri="{FF2B5EF4-FFF2-40B4-BE49-F238E27FC236}">
                <a16:creationId xmlns:a16="http://schemas.microsoft.com/office/drawing/2014/main" id="{8ACDCA02-16BE-CBEB-A7F7-575F7B22B60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-142573" y="753802"/>
            <a:ext cx="5370950" cy="3640303"/>
          </a:xfrm>
        </p:spPr>
        <p:txBody>
          <a:bodyPr anchor="t">
            <a:normAutofit/>
          </a:bodyPr>
          <a:lstStyle/>
          <a:p>
            <a:r>
              <a:rPr lang="de-DE" sz="6000" dirty="0">
                <a:solidFill>
                  <a:srgbClr val="FFFFFF"/>
                </a:solidFill>
              </a:rPr>
              <a:t>UI-Prototyp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A529A6FB-4EDB-2B0D-76C6-D6A885D99CB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68090" y="5253050"/>
            <a:ext cx="3888419" cy="969264"/>
          </a:xfrm>
        </p:spPr>
        <p:txBody>
          <a:bodyPr anchor="t">
            <a:normAutofit/>
          </a:bodyPr>
          <a:lstStyle/>
          <a:p>
            <a:endParaRPr lang="de-DE" sz="2000" dirty="0">
              <a:solidFill>
                <a:srgbClr val="FFFFFF"/>
              </a:solidFill>
            </a:endParaRPr>
          </a:p>
        </p:txBody>
      </p:sp>
      <p:pic>
        <p:nvPicPr>
          <p:cNvPr id="7" name="Grafik 6" descr="Ein Bild, das Text, Screenshot, Menschliches Gesicht, Website enthält.&#10;&#10;KI-generierte Inhalte können fehlerhaft sein.">
            <a:extLst>
              <a:ext uri="{FF2B5EF4-FFF2-40B4-BE49-F238E27FC236}">
                <a16:creationId xmlns:a16="http://schemas.microsoft.com/office/drawing/2014/main" id="{6B141E06-655F-22D1-F037-1459BE17B73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22699" y="-1"/>
            <a:ext cx="3774747" cy="6858000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315516535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2ED89B-8F2C-F412-30B1-5106B768FB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Ein Bild, das Kunst, Origami enthält.&#10;&#10;KI-generierte Inhalte können fehlerhaft sein.">
            <a:extLst>
              <a:ext uri="{FF2B5EF4-FFF2-40B4-BE49-F238E27FC236}">
                <a16:creationId xmlns:a16="http://schemas.microsoft.com/office/drawing/2014/main" id="{608003A8-40C9-55B5-97E6-130BD77ACB6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2395" b="21355"/>
          <a:stretch/>
        </p:blipFill>
        <p:spPr>
          <a:xfrm>
            <a:off x="1" y="1"/>
            <a:ext cx="12191999" cy="6857999"/>
          </a:xfrm>
          <a:prstGeom prst="rect">
            <a:avLst/>
          </a:prstGeom>
        </p:spPr>
      </p:pic>
      <p:sp>
        <p:nvSpPr>
          <p:cNvPr id="2" name="Titel 1">
            <a:extLst>
              <a:ext uri="{FF2B5EF4-FFF2-40B4-BE49-F238E27FC236}">
                <a16:creationId xmlns:a16="http://schemas.microsoft.com/office/drawing/2014/main" id="{1C1BA03E-9160-810E-4580-98DD61AE866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-476869" y="711796"/>
            <a:ext cx="5370950" cy="3640303"/>
          </a:xfrm>
        </p:spPr>
        <p:txBody>
          <a:bodyPr anchor="t">
            <a:normAutofit/>
          </a:bodyPr>
          <a:lstStyle/>
          <a:p>
            <a:r>
              <a:rPr lang="de-DE" sz="6000" dirty="0">
                <a:solidFill>
                  <a:srgbClr val="FFFFFF"/>
                </a:solidFill>
              </a:rPr>
              <a:t>UI-Prototyp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5FF2418A-EFDA-D43A-5680-AD1A39A234E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68090" y="5253050"/>
            <a:ext cx="3888419" cy="969264"/>
          </a:xfrm>
        </p:spPr>
        <p:txBody>
          <a:bodyPr anchor="t">
            <a:normAutofit/>
          </a:bodyPr>
          <a:lstStyle/>
          <a:p>
            <a:endParaRPr lang="de-DE" sz="2000" dirty="0">
              <a:solidFill>
                <a:srgbClr val="FFFFFF"/>
              </a:solidFill>
            </a:endParaRPr>
          </a:p>
        </p:txBody>
      </p:sp>
      <p:pic>
        <p:nvPicPr>
          <p:cNvPr id="6" name="Grafik 5" descr="Ein Bild, das Text, Screenshot, Webseite, Website enthält.&#10;&#10;KI-generierte Inhalte können fehlerhaft sein.">
            <a:extLst>
              <a:ext uri="{FF2B5EF4-FFF2-40B4-BE49-F238E27FC236}">
                <a16:creationId xmlns:a16="http://schemas.microsoft.com/office/drawing/2014/main" id="{F1EF050C-4E3D-E7EB-7BAD-732BFE4B0CB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34753" y="-1"/>
            <a:ext cx="4800051" cy="6844495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327133721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A79239-881A-0238-ED8A-530E554CBF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Ein Bild, das Kunst, Origami enthält.&#10;&#10;KI-generierte Inhalte können fehlerhaft sein.">
            <a:extLst>
              <a:ext uri="{FF2B5EF4-FFF2-40B4-BE49-F238E27FC236}">
                <a16:creationId xmlns:a16="http://schemas.microsoft.com/office/drawing/2014/main" id="{B917D9C8-9041-0500-E5AC-6BFA510EFCA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2395" b="21355"/>
          <a:stretch/>
        </p:blipFill>
        <p:spPr>
          <a:xfrm>
            <a:off x="1" y="1"/>
            <a:ext cx="12191999" cy="6857999"/>
          </a:xfrm>
          <a:prstGeom prst="rect">
            <a:avLst/>
          </a:prstGeom>
        </p:spPr>
      </p:pic>
      <p:sp>
        <p:nvSpPr>
          <p:cNvPr id="2" name="Titel 1">
            <a:extLst>
              <a:ext uri="{FF2B5EF4-FFF2-40B4-BE49-F238E27FC236}">
                <a16:creationId xmlns:a16="http://schemas.microsoft.com/office/drawing/2014/main" id="{319577E3-C1AA-21B1-B762-7F6D7581681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-273176" y="773466"/>
            <a:ext cx="5370950" cy="3640303"/>
          </a:xfrm>
        </p:spPr>
        <p:txBody>
          <a:bodyPr anchor="t">
            <a:normAutofit/>
          </a:bodyPr>
          <a:lstStyle/>
          <a:p>
            <a:r>
              <a:rPr lang="de-DE" sz="6000" dirty="0">
                <a:solidFill>
                  <a:srgbClr val="FFFFFF"/>
                </a:solidFill>
              </a:rPr>
              <a:t>UI-Prototyp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67E1CE27-81BF-CFAF-8CEC-939843D1CDE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68090" y="5253050"/>
            <a:ext cx="3888419" cy="969264"/>
          </a:xfrm>
        </p:spPr>
        <p:txBody>
          <a:bodyPr anchor="t">
            <a:normAutofit/>
          </a:bodyPr>
          <a:lstStyle/>
          <a:p>
            <a:endParaRPr lang="de-DE" sz="2000" dirty="0">
              <a:solidFill>
                <a:srgbClr val="FFFFFF"/>
              </a:solidFill>
            </a:endParaRPr>
          </a:p>
        </p:txBody>
      </p:sp>
      <p:pic>
        <p:nvPicPr>
          <p:cNvPr id="7" name="Grafik 6" descr="Ein Bild, das Text, Computer, Screenshot, Website enthält.&#10;&#10;KI-generierte Inhalte können fehlerhaft sein.">
            <a:extLst>
              <a:ext uri="{FF2B5EF4-FFF2-40B4-BE49-F238E27FC236}">
                <a16:creationId xmlns:a16="http://schemas.microsoft.com/office/drawing/2014/main" id="{9C15F341-7467-C77E-D4E3-1DC01A4FBCA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27312" y="-1"/>
            <a:ext cx="4964687" cy="6858000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26940904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Facette">
  <a:themeElements>
    <a:clrScheme name="Facette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te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te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0</TotalTime>
  <Words>73</Words>
  <Application>Microsoft Office PowerPoint</Application>
  <PresentationFormat>Breitbild</PresentationFormat>
  <Paragraphs>37</Paragraphs>
  <Slides>10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4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10</vt:i4>
      </vt:variant>
    </vt:vector>
  </HeadingPairs>
  <TitlesOfParts>
    <vt:vector size="15" baseType="lpstr">
      <vt:lpstr>Arial</vt:lpstr>
      <vt:lpstr>Trebuchet MS</vt:lpstr>
      <vt:lpstr>Wingdings</vt:lpstr>
      <vt:lpstr>Wingdings 3</vt:lpstr>
      <vt:lpstr>Facette</vt:lpstr>
      <vt:lpstr>1.Sprint</vt:lpstr>
      <vt:lpstr>🐾 Product Backlog: PetCareConnect</vt:lpstr>
      <vt:lpstr>PowerPoint-Präsentation</vt:lpstr>
      <vt:lpstr>UI-Prototyp</vt:lpstr>
      <vt:lpstr>UI-Prototyp</vt:lpstr>
      <vt:lpstr>UI-Prototyp</vt:lpstr>
      <vt:lpstr>UI-Prototyp</vt:lpstr>
      <vt:lpstr>UI-Prototyp</vt:lpstr>
      <vt:lpstr>UI-Prototyp</vt:lpstr>
      <vt:lpstr>UI-Prototyp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Youssef El kettani</dc:creator>
  <cp:lastModifiedBy>Youssef El kettani</cp:lastModifiedBy>
  <cp:revision>1</cp:revision>
  <dcterms:created xsi:type="dcterms:W3CDTF">2025-04-15T23:51:10Z</dcterms:created>
  <dcterms:modified xsi:type="dcterms:W3CDTF">2025-04-16T10:02:14Z</dcterms:modified>
</cp:coreProperties>
</file>